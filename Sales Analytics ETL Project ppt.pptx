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5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8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9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4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8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3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1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9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8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87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2461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10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09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2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42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58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0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72603"/>
            <a:ext cx="7773338" cy="1596177"/>
          </a:xfrm>
        </p:spPr>
        <p:txBody>
          <a:bodyPr/>
          <a:lstStyle/>
          <a:p>
            <a:r>
              <a:rPr b="1" dirty="0"/>
              <a:t>Sales Analytics ETL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End-to-End ETL Pipeline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• Apache Airflow for orchestration</a:t>
            </a:r>
          </a:p>
          <a:p>
            <a:pPr marL="0" indent="0">
              <a:buNone/>
            </a:pPr>
            <a:r>
              <a:rPr lang="en-US"/>
              <a:t>• Azure Blob Storage as data source</a:t>
            </a:r>
          </a:p>
          <a:p>
            <a:pPr marL="0" indent="0">
              <a:buNone/>
            </a:pPr>
            <a:r>
              <a:rPr lang="en-US"/>
              <a:t>• Azure SQL Database as data warehouse</a:t>
            </a:r>
          </a:p>
          <a:p>
            <a:pPr marL="0" indent="0">
              <a:buNone/>
            </a:pPr>
            <a:r>
              <a:rPr lang="en-US"/>
              <a:t>• Power BI for analytics and visualization</a:t>
            </a:r>
            <a:endParaRPr lang="en-US" dirty="0"/>
          </a:p>
        </p:txBody>
      </p:sp>
      <p:pic>
        <p:nvPicPr>
          <p:cNvPr id="4" name="Picture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D31D701E-9647-052E-8139-B2CB02D9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" t="1112" r="6713" b="1666"/>
          <a:stretch>
            <a:fillRect/>
          </a:stretch>
        </p:blipFill>
        <p:spPr bwMode="auto">
          <a:xfrm>
            <a:off x="6087786" y="1534669"/>
            <a:ext cx="2370882" cy="42565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917674"/>
          </a:xfrm>
        </p:spPr>
        <p:txBody>
          <a:bodyPr/>
          <a:lstStyle/>
          <a:p>
            <a:r>
              <a:rPr b="1" dirty="0"/>
              <a:t>ETL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915" y="1722121"/>
            <a:ext cx="7773339" cy="40904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600" b="1" dirty="0"/>
              <a:t>Extract:</a:t>
            </a:r>
          </a:p>
          <a:p>
            <a:pPr marL="0" indent="0">
              <a:buNone/>
            </a:pPr>
            <a:r>
              <a:rPr sz="1600" dirty="0"/>
              <a:t>• CSV files ingested from Azure Blob Storage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Transform:</a:t>
            </a:r>
          </a:p>
          <a:p>
            <a:pPr marL="0" indent="0">
              <a:buNone/>
            </a:pPr>
            <a:r>
              <a:rPr sz="1600" dirty="0"/>
              <a:t>• Data validation and type casting</a:t>
            </a:r>
          </a:p>
          <a:p>
            <a:pPr marL="0" indent="0">
              <a:buNone/>
            </a:pPr>
            <a:r>
              <a:rPr sz="1600" dirty="0"/>
              <a:t>• Revenue calculation and business rules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Load:</a:t>
            </a:r>
          </a:p>
          <a:p>
            <a:pPr marL="0" indent="0">
              <a:buNone/>
            </a:pPr>
            <a:r>
              <a:rPr sz="1600" dirty="0"/>
              <a:t>• Cleaned data stored in Azure SQL Database</a:t>
            </a:r>
          </a:p>
          <a:p>
            <a:pPr marL="0" indent="0">
              <a:buNone/>
            </a:pPr>
            <a:r>
              <a:rPr sz="1600" dirty="0"/>
              <a:t>• automated using Airflow DAGs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772704"/>
            <a:ext cx="7773339" cy="342410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Power BI dashboard connected to Azure SQL</a:t>
            </a:r>
          </a:p>
          <a:p>
            <a:pPr marL="0" indent="0">
              <a:buNone/>
            </a:pPr>
            <a:r>
              <a:rPr dirty="0"/>
              <a:t>• KPIs: Total Revenue, Orders, Quantity, AOV</a:t>
            </a:r>
          </a:p>
          <a:p>
            <a:pPr marL="0" indent="0">
              <a:buNone/>
            </a:pPr>
            <a:r>
              <a:rPr dirty="0"/>
              <a:t>• Trend analysis by date and category</a:t>
            </a:r>
          </a:p>
          <a:p>
            <a:pPr marL="0" indent="0">
              <a:buNone/>
            </a:pPr>
            <a:r>
              <a:rPr dirty="0"/>
              <a:t>• Scalable for star schema &amp; incremental 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96</TotalTime>
  <Words>112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Droplet</vt:lpstr>
      <vt:lpstr>Sales Analytics ETL Project</vt:lpstr>
      <vt:lpstr>ETL Architecture</vt:lpstr>
      <vt:lpstr>Analytics &amp;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Jeswin</dc:creator>
  <cp:keywords/>
  <dc:description>generated using python-pptx</dc:description>
  <cp:lastModifiedBy>Jeswin K R</cp:lastModifiedBy>
  <cp:revision>2</cp:revision>
  <dcterms:created xsi:type="dcterms:W3CDTF">2013-01-27T09:14:16Z</dcterms:created>
  <dcterms:modified xsi:type="dcterms:W3CDTF">2025-12-16T11:33:53Z</dcterms:modified>
  <cp:category/>
</cp:coreProperties>
</file>